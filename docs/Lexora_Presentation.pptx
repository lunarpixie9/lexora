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-7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65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474720" cy="347472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PROJECT BRIEF  •  SEM 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Lexora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4F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Dyslexia Screening &amp; Personalized Literacy Engine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screening aid — not a diagnostic tool — that flags early indicators of dyslexia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child's reading, writing, and speech, then generates personalized practice content.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B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BCA 5th Semester, CHRIST (Deemed to be University)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Dyslexia support in Indian schools has real, structural gaps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underdiagno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196367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8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Massively underdiagnosed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depends on costly clinical assessments or specialists unavailable outside metro cities.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7452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_teac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114" y="196367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5623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8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lightweight tool for teachers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classroom teachers (not special-ed trained) can't flag “this child needs a closer look” early, ages 6–10.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glob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114" y="42953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187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8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apps don't fit India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8463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are Western, English-only, and expensive — few handle Indian accents or Hindi-English code-mixing.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93192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4F9F8"/>
          </a:solidFill>
          <a:ln/>
          <a:effectLst>
            <a:outerShdw blurRad="101600" dist="38100" dir="5400000" algn="bl" rotWithShape="0">
              <a:srgbClr val="1B3A3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20624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_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114" y="42953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1879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8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follow-up when risk is flagged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37960" y="48463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flagged risk usually leads nowhere — there's no personalized practice content to close the loop.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that turn reading, writing &amp; speech signals into personalized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434840"/>
          </a:xfrm>
          <a:prstGeom prst="roundRect">
            <a:avLst>
              <a:gd name="adj" fmla="val 4317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08176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icon_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61" y="211866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63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Layer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models catch dyslexia-linked patterns: letter reversals, phonetic spelling errors, mispronunciations.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44952" y="354330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46704" y="1600200"/>
            <a:ext cx="2542032" cy="4434840"/>
          </a:xfrm>
          <a:prstGeom prst="roundRect">
            <a:avLst>
              <a:gd name="adj" fmla="val 4317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83864" y="173736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06240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icon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225" y="2118665"/>
            <a:ext cx="608990" cy="6089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9584" y="3063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Scoring Layer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575304" y="370332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ML classifier turns those patterns into a screening score with a clear breakdown of why.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843016" y="354330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144768" y="1600200"/>
            <a:ext cx="2542032" cy="4434840"/>
          </a:xfrm>
          <a:prstGeom prst="roundRect">
            <a:avLst>
              <a:gd name="adj" fmla="val 4317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81928" y="173736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004304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2" descr="icon_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1289" y="2118665"/>
            <a:ext cx="608990" cy="6089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27648" y="3063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Layer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373368" y="370332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creates personalized stories and exercises targeting the child's specific error profile.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641080" y="354330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8942832" y="1600200"/>
            <a:ext cx="2542032" cy="4434840"/>
          </a:xfrm>
          <a:prstGeom prst="roundRect">
            <a:avLst>
              <a:gd name="adj" fmla="val 4317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079992" y="1737360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802368" y="2011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3" descr="icon_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9353" y="2118665"/>
            <a:ext cx="608990" cy="60899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25712" y="3063240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Layer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171432" y="3703320"/>
            <a:ext cx="208483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teachers and parents show progress over time with explainable score breakdowns.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F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 screening aid, not a diagnostic tool — a distinction that matters both ethically and academically.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low-resource, real-world Indian classrooms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515600" cy="4617720"/>
          </a:xfrm>
          <a:prstGeom prst="roundRect">
            <a:avLst>
              <a:gd name="adj" fmla="val 1584"/>
            </a:avLst>
          </a:prstGeom>
          <a:solidFill>
            <a:srgbClr val="F4F9F8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9344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661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(teachers/parents) + mobile-friendly child-facing UI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66544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— async support for audio uploads &amp; concurrent ASR/LLM calls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4688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23744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user profiles, scores, session metadata, progress history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9260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80944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object store (AWS S3 / MinIO) for raw audio &amp; writing samples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3832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438144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(Speech-to-Text)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— open-source, fine-tunable on children's speech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38404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895344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Alignment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Montreal Forced Aligner / wav2vec2+CTC for word &amp; phoneme-level timestamps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42976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52544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Error Detection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56616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edit-distance + reversal dictionaries; optional DistilBERT fine-tune later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85800" y="47548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809744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Classifier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66160" y="4754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 on engineered features — explainable, data-efficient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5800" y="52120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266944"/>
            <a:ext cx="54864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212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566160" y="5212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— shows which features drove a given risk score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85800" y="5669280"/>
            <a:ext cx="1024128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5724144"/>
            <a:ext cx="54864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669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Content Generation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566160" y="5669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or GPT via API, prompt-engineered with few-shot examples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2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75488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Division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members, five ownership areas — built MVP-first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1271016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icon_sp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226" y="195773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26517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Meraiah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926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/ NLP Error Detection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3232" y="370332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&amp; phonetic error rules, grapheme-to-phoneme comparison, synthetic data augmentation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34640" y="16002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57016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icon_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0226" y="195773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71800" y="26517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Ayushi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971800" y="2926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/ Audio Processing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999232" y="370332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pipeline, forced alignment, fluency &amp; mispronunciation features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120640" y="16002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43016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2" descr="icon_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226" y="195773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57800" y="26517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257800" y="2926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Modeling &amp; Explainability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285232" y="370332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fusion, XGBoost risk classifier, SHAP explainability, bias testing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406640" y="16002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129016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3" descr="icon_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226" y="1957730"/>
            <a:ext cx="473659" cy="47365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43800" y="26517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Prashasti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7543800" y="2926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7571232" y="370332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endpoints, MySQL schema, object storage, LLM API integration, consent flow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692640" y="1600200"/>
            <a:ext cx="2084832" cy="4114800"/>
          </a:xfrm>
          <a:prstGeom prst="roundRect">
            <a:avLst>
              <a:gd name="adj" fmla="val 5263"/>
            </a:avLst>
          </a:prstGeom>
          <a:solidFill>
            <a:srgbClr val="0B3F41"/>
          </a:solidFill>
          <a:ln w="12700">
            <a:solidFill>
              <a:srgbClr val="0F4E5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415016" y="18745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2" name="Image 4" descr="icon_palet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8226" y="1957730"/>
            <a:ext cx="473659" cy="47365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829800" y="265176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Mantsha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829800" y="292608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Product/Reporting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9857232" y="3703320"/>
            <a:ext cx="175564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7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dashboard, child-facing task UI, explainability visualizations, project report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F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order: text-only MVP  →  add ASR + fluency  →  ML risk classifier  →  LLM personalized content  →  polish explainability &amp; reporting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543</Words>
  <Application>Microsoft Office PowerPoint</Application>
  <PresentationFormat>Widescreen</PresentationFormat>
  <Paragraphs>79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Ayushi Mittal</cp:lastModifiedBy>
  <cp:revision>2</cp:revision>
  <dcterms:created xsi:type="dcterms:W3CDTF">2026-07-23T07:40:17Z</dcterms:created>
  <dcterms:modified xsi:type="dcterms:W3CDTF">2026-07-23T07:59:12Z</dcterms:modified>
</cp:coreProperties>
</file>